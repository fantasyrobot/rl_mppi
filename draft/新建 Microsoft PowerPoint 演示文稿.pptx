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00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image" Target="../media/image1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6EE78-29EF-4BFA-819F-ED604FDDD65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3DD22-048A-404E-9AC1-870B13583F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7585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6EE78-29EF-4BFA-819F-ED604FDDD65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3DD22-048A-404E-9AC1-870B13583F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9333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6EE78-29EF-4BFA-819F-ED604FDDD65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3DD22-048A-404E-9AC1-870B13583F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1764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6EE78-29EF-4BFA-819F-ED604FDDD65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3DD22-048A-404E-9AC1-870B13583F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5192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6EE78-29EF-4BFA-819F-ED604FDDD65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3DD22-048A-404E-9AC1-870B13583F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1015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6EE78-29EF-4BFA-819F-ED604FDDD65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3DD22-048A-404E-9AC1-870B13583F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9004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6EE78-29EF-4BFA-819F-ED604FDDD65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3DD22-048A-404E-9AC1-870B13583F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6113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6EE78-29EF-4BFA-819F-ED604FDDD65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3DD22-048A-404E-9AC1-870B13583F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2722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6EE78-29EF-4BFA-819F-ED604FDDD65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3DD22-048A-404E-9AC1-870B13583F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3284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6EE78-29EF-4BFA-819F-ED604FDDD65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3DD22-048A-404E-9AC1-870B13583F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5156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6EE78-29EF-4BFA-819F-ED604FDDD65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3DD22-048A-404E-9AC1-870B13583F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8699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26EE78-29EF-4BFA-819F-ED604FDDD657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13DD22-048A-404E-9AC1-870B13583F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3694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.bin"/><Relationship Id="rId3" Type="http://schemas.openxmlformats.org/officeDocument/2006/relationships/image" Target="../media/image3.png"/><Relationship Id="rId7" Type="http://schemas.openxmlformats.org/officeDocument/2006/relationships/image" Target="../media/image1.wm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1.bin"/><Relationship Id="rId5" Type="http://schemas.openxmlformats.org/officeDocument/2006/relationships/image" Target="../media/image5.png"/><Relationship Id="rId4" Type="http://schemas.openxmlformats.org/officeDocument/2006/relationships/image" Target="../media/image4.jpeg"/><Relationship Id="rId9" Type="http://schemas.openxmlformats.org/officeDocument/2006/relationships/image" Target="../media/image2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547446" y="937845"/>
            <a:ext cx="3915507" cy="3135923"/>
          </a:xfrm>
          <a:prstGeom prst="round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6242539" y="937846"/>
            <a:ext cx="3915507" cy="3135923"/>
          </a:xfrm>
          <a:prstGeom prst="round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652241" y="937845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Offline Learning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7417671" y="937845"/>
            <a:ext cx="1754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Online Planning</a:t>
            </a:r>
            <a:endParaRPr lang="zh-CN" altLang="en-US" dirty="0"/>
          </a:p>
        </p:txBody>
      </p:sp>
      <p:sp>
        <p:nvSpPr>
          <p:cNvPr id="8" name="圆角矩形 7"/>
          <p:cNvSpPr/>
          <p:nvPr/>
        </p:nvSpPr>
        <p:spPr>
          <a:xfrm>
            <a:off x="1887415" y="1395048"/>
            <a:ext cx="3248897" cy="70351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Agent</a:t>
            </a:r>
          </a:p>
          <a:p>
            <a:pPr algn="ctr"/>
            <a:endParaRPr lang="en-US" altLang="zh-CN" dirty="0" smtClean="0">
              <a:solidFill>
                <a:schemeClr val="tx1"/>
              </a:solidFill>
            </a:endParaRPr>
          </a:p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3443" y="2589244"/>
            <a:ext cx="1432868" cy="1296000"/>
          </a:xfrm>
          <a:prstGeom prst="rect">
            <a:avLst/>
          </a:prstGeom>
        </p:spPr>
      </p:pic>
      <p:pic>
        <p:nvPicPr>
          <p:cNvPr id="10" name="图片 9" descr="C:\Users\liangliang\AppData\Roaming\LarkShell\sdk_storage\c00b226f75a6a6b8cdae54c16725ef38\resources\images\img_v3_02m9_dcced4be-83c8-4d47-9e7f-d98e7d178c0g.jpg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3145" y="2722497"/>
            <a:ext cx="1600200" cy="124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圆角矩形 10"/>
          <p:cNvSpPr/>
          <p:nvPr/>
        </p:nvSpPr>
        <p:spPr>
          <a:xfrm>
            <a:off x="6668196" y="1395048"/>
            <a:ext cx="3115149" cy="69599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RL-MPPI</a:t>
            </a:r>
          </a:p>
          <a:p>
            <a:pPr algn="ctr"/>
            <a:endParaRPr lang="en-US" altLang="zh-CN" dirty="0" smtClean="0">
              <a:solidFill>
                <a:schemeClr val="tx1"/>
              </a:solidFill>
            </a:endParaRPr>
          </a:p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接箭头连接符 18"/>
          <p:cNvCxnSpPr>
            <a:endCxn id="15" idx="3"/>
          </p:cNvCxnSpPr>
          <p:nvPr/>
        </p:nvCxnSpPr>
        <p:spPr>
          <a:xfrm flipH="1">
            <a:off x="3325899" y="2842848"/>
            <a:ext cx="377544" cy="2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右箭头 21"/>
          <p:cNvSpPr/>
          <p:nvPr/>
        </p:nvSpPr>
        <p:spPr>
          <a:xfrm>
            <a:off x="5464904" y="2313161"/>
            <a:ext cx="777635" cy="484632"/>
          </a:xfrm>
          <a:prstGeom prst="rightArrow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圆角矩形 22"/>
          <p:cNvSpPr/>
          <p:nvPr/>
        </p:nvSpPr>
        <p:spPr>
          <a:xfrm>
            <a:off x="6588368" y="2722497"/>
            <a:ext cx="1330569" cy="12487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96" y="3091828"/>
            <a:ext cx="1170911" cy="758473"/>
          </a:xfrm>
          <a:prstGeom prst="rect">
            <a:avLst/>
          </a:prstGeom>
        </p:spPr>
      </p:pic>
      <p:cxnSp>
        <p:nvCxnSpPr>
          <p:cNvPr id="26" name="直接箭头连接符 25"/>
          <p:cNvCxnSpPr>
            <a:stCxn id="23" idx="0"/>
          </p:cNvCxnSpPr>
          <p:nvPr/>
        </p:nvCxnSpPr>
        <p:spPr>
          <a:xfrm flipH="1" flipV="1">
            <a:off x="7253651" y="2091038"/>
            <a:ext cx="2" cy="6314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/>
          <p:nvPr/>
        </p:nvCxnSpPr>
        <p:spPr>
          <a:xfrm>
            <a:off x="9350375" y="2091038"/>
            <a:ext cx="4559" cy="6314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>
            <a:stCxn id="10" idx="1"/>
          </p:cNvCxnSpPr>
          <p:nvPr/>
        </p:nvCxnSpPr>
        <p:spPr>
          <a:xfrm flipH="1">
            <a:off x="7913507" y="3346860"/>
            <a:ext cx="26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>
          <a:xfrm flipH="1" flipV="1">
            <a:off x="8584218" y="2087489"/>
            <a:ext cx="2" cy="6314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圆角矩形 39"/>
          <p:cNvSpPr/>
          <p:nvPr/>
        </p:nvSpPr>
        <p:spPr>
          <a:xfrm>
            <a:off x="1729709" y="3346859"/>
            <a:ext cx="1596189" cy="480646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Latent Dynamics</a:t>
            </a:r>
            <a:endParaRPr lang="zh-CN" altLang="en-US" sz="1400" dirty="0"/>
          </a:p>
        </p:txBody>
      </p:sp>
      <p:cxnSp>
        <p:nvCxnSpPr>
          <p:cNvPr id="41" name="直接箭头连接符 40"/>
          <p:cNvCxnSpPr>
            <a:stCxn id="15" idx="2"/>
            <a:endCxn id="40" idx="0"/>
          </p:cNvCxnSpPr>
          <p:nvPr/>
        </p:nvCxnSpPr>
        <p:spPr>
          <a:xfrm flipH="1">
            <a:off x="2527804" y="3083197"/>
            <a:ext cx="1" cy="2636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3921370" y="5691554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04829686"/>
              </p:ext>
            </p:extLst>
          </p:nvPr>
        </p:nvGraphicFramePr>
        <p:xfrm>
          <a:off x="7344465" y="1625710"/>
          <a:ext cx="1827212" cy="438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Equation" r:id="rId6" imgW="1841400" imgH="431640" progId="Equation.DSMT4">
                  <p:embed/>
                </p:oleObj>
              </mc:Choice>
              <mc:Fallback>
                <p:oleObj name="Equation" r:id="rId6" imgW="1841400" imgH="431640" progId="Equation.DSMT4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44465" y="1625710"/>
                        <a:ext cx="1827212" cy="4381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" name="对象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41292462"/>
              </p:ext>
            </p:extLst>
          </p:nvPr>
        </p:nvGraphicFramePr>
        <p:xfrm>
          <a:off x="2264853" y="1645790"/>
          <a:ext cx="2654300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Equation" r:id="rId8" imgW="2679700" imgH="457200" progId="Equation.DSMT4">
                  <p:embed/>
                </p:oleObj>
              </mc:Choice>
              <mc:Fallback>
                <p:oleObj name="Equation" r:id="rId8" imgW="2679700" imgH="45720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64853" y="1645790"/>
                        <a:ext cx="2654300" cy="4635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7" name="直接箭头连接符 36"/>
          <p:cNvCxnSpPr/>
          <p:nvPr/>
        </p:nvCxnSpPr>
        <p:spPr>
          <a:xfrm flipH="1" flipV="1">
            <a:off x="4043306" y="2091038"/>
            <a:ext cx="2" cy="6314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/>
          <p:nvPr/>
        </p:nvCxnSpPr>
        <p:spPr>
          <a:xfrm>
            <a:off x="4656464" y="2109340"/>
            <a:ext cx="4559" cy="490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/>
          <p:cNvCxnSpPr/>
          <p:nvPr/>
        </p:nvCxnSpPr>
        <p:spPr>
          <a:xfrm flipH="1" flipV="1">
            <a:off x="2520189" y="2083940"/>
            <a:ext cx="2" cy="6314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圆角矩形 14"/>
          <p:cNvSpPr/>
          <p:nvPr/>
        </p:nvSpPr>
        <p:spPr>
          <a:xfrm>
            <a:off x="1729710" y="2602551"/>
            <a:ext cx="1596189" cy="480646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Replay Buffer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213208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10</Words>
  <Application>Microsoft Office PowerPoint</Application>
  <PresentationFormat>宽屏</PresentationFormat>
  <Paragraphs>6</Paragraphs>
  <Slides>1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MathType 6.0 Equation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梁亮</dc:creator>
  <cp:lastModifiedBy>梁亮</cp:lastModifiedBy>
  <cp:revision>5</cp:revision>
  <dcterms:created xsi:type="dcterms:W3CDTF">2026-02-05T02:38:33Z</dcterms:created>
  <dcterms:modified xsi:type="dcterms:W3CDTF">2026-02-05T05:39:41Z</dcterms:modified>
</cp:coreProperties>
</file>