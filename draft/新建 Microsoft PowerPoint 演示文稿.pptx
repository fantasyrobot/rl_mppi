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58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33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76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19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015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004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11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722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28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51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69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6EE78-29EF-4BFA-819F-ED604FDDD657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3DD22-048A-404E-9AC1-870B13583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69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wmf"/><Relationship Id="rId3" Type="http://schemas.openxmlformats.org/officeDocument/2006/relationships/image" Target="../media/image6.png"/><Relationship Id="rId7" Type="http://schemas.openxmlformats.org/officeDocument/2006/relationships/image" Target="../media/image1.wmf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6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.wmf"/><Relationship Id="rId5" Type="http://schemas.openxmlformats.org/officeDocument/2006/relationships/image" Target="../media/image8.png"/><Relationship Id="rId15" Type="http://schemas.openxmlformats.org/officeDocument/2006/relationships/image" Target="../media/image5.wmf"/><Relationship Id="rId10" Type="http://schemas.openxmlformats.org/officeDocument/2006/relationships/oleObject" Target="../embeddings/oleObject3.bin"/><Relationship Id="rId4" Type="http://schemas.openxmlformats.org/officeDocument/2006/relationships/image" Target="../media/image7.jpeg"/><Relationship Id="rId9" Type="http://schemas.openxmlformats.org/officeDocument/2006/relationships/image" Target="../media/image2.wmf"/><Relationship Id="rId14" Type="http://schemas.openxmlformats.org/officeDocument/2006/relationships/oleObject" Target="../embeddings/oleObject5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547446" y="937845"/>
            <a:ext cx="3915507" cy="3135923"/>
          </a:xfrm>
          <a:prstGeom prst="round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242539" y="937846"/>
            <a:ext cx="3915507" cy="3135923"/>
          </a:xfrm>
          <a:prstGeom prst="round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52241" y="937845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Offline Learning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17671" y="93784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 Planning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887415" y="1395048"/>
            <a:ext cx="3248897" cy="70351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443" y="2589244"/>
            <a:ext cx="1432868" cy="1296000"/>
          </a:xfrm>
          <a:prstGeom prst="rect">
            <a:avLst/>
          </a:prstGeom>
        </p:spPr>
      </p:pic>
      <p:pic>
        <p:nvPicPr>
          <p:cNvPr id="10" name="图片 9" descr="C:\Users\liangliang\AppData\Roaming\LarkShell\sdk_storage\c00b226f75a6a6b8cdae54c16725ef38\resources\images\img_v3_02m9_dcced4be-83c8-4d47-9e7f-d98e7d178c0g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145" y="2722497"/>
            <a:ext cx="1600200" cy="12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圆角矩形 10"/>
          <p:cNvSpPr/>
          <p:nvPr/>
        </p:nvSpPr>
        <p:spPr>
          <a:xfrm>
            <a:off x="6668196" y="1395048"/>
            <a:ext cx="3115149" cy="6959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endCxn id="15" idx="3"/>
          </p:cNvCxnSpPr>
          <p:nvPr/>
        </p:nvCxnSpPr>
        <p:spPr>
          <a:xfrm flipH="1">
            <a:off x="3325899" y="2842848"/>
            <a:ext cx="377544" cy="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右箭头 21"/>
          <p:cNvSpPr/>
          <p:nvPr/>
        </p:nvSpPr>
        <p:spPr>
          <a:xfrm>
            <a:off x="5464904" y="2313161"/>
            <a:ext cx="777635" cy="484632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6588368" y="2722497"/>
            <a:ext cx="1330569" cy="12487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195" y="3011347"/>
            <a:ext cx="1170911" cy="758473"/>
          </a:xfrm>
          <a:prstGeom prst="rect">
            <a:avLst/>
          </a:prstGeom>
        </p:spPr>
      </p:pic>
      <p:cxnSp>
        <p:nvCxnSpPr>
          <p:cNvPr id="26" name="直接箭头连接符 25"/>
          <p:cNvCxnSpPr>
            <a:stCxn id="23" idx="0"/>
          </p:cNvCxnSpPr>
          <p:nvPr/>
        </p:nvCxnSpPr>
        <p:spPr>
          <a:xfrm flipH="1" flipV="1">
            <a:off x="7253651" y="2091038"/>
            <a:ext cx="2" cy="631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9350375" y="2091038"/>
            <a:ext cx="4559" cy="631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0" idx="1"/>
          </p:cNvCxnSpPr>
          <p:nvPr/>
        </p:nvCxnSpPr>
        <p:spPr>
          <a:xfrm flipH="1">
            <a:off x="7913507" y="3346860"/>
            <a:ext cx="2696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 flipV="1">
            <a:off x="8584218" y="2087489"/>
            <a:ext cx="2" cy="631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1729709" y="3346859"/>
            <a:ext cx="1596189" cy="48064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接箭头连接符 40"/>
          <p:cNvCxnSpPr>
            <a:stCxn id="15" idx="2"/>
            <a:endCxn id="40" idx="0"/>
          </p:cNvCxnSpPr>
          <p:nvPr/>
        </p:nvCxnSpPr>
        <p:spPr>
          <a:xfrm flipH="1">
            <a:off x="2527804" y="3083197"/>
            <a:ext cx="1" cy="263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883722"/>
              </p:ext>
            </p:extLst>
          </p:nvPr>
        </p:nvGraphicFramePr>
        <p:xfrm>
          <a:off x="7310335" y="1654663"/>
          <a:ext cx="18272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6" imgW="1841400" imgH="431640" progId="Equation.DSMT4">
                  <p:embed/>
                </p:oleObj>
              </mc:Choice>
              <mc:Fallback>
                <p:oleObj name="Equation" r:id="rId6" imgW="184140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0335" y="1654663"/>
                        <a:ext cx="18272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166293"/>
              </p:ext>
            </p:extLst>
          </p:nvPr>
        </p:nvGraphicFramePr>
        <p:xfrm>
          <a:off x="2234507" y="1628712"/>
          <a:ext cx="26543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8" imgW="2679700" imgH="457200" progId="Equation.DSMT4">
                  <p:embed/>
                </p:oleObj>
              </mc:Choice>
              <mc:Fallback>
                <p:oleObj name="Equation" r:id="rId8" imgW="26797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507" y="1628712"/>
                        <a:ext cx="26543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箭头连接符 36"/>
          <p:cNvCxnSpPr/>
          <p:nvPr/>
        </p:nvCxnSpPr>
        <p:spPr>
          <a:xfrm flipH="1" flipV="1">
            <a:off x="4043306" y="2091038"/>
            <a:ext cx="2" cy="631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4656464" y="2109340"/>
            <a:ext cx="4559" cy="490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2520189" y="2083940"/>
            <a:ext cx="2" cy="631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1729710" y="2602551"/>
            <a:ext cx="1596189" cy="48064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Replay Buffer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72447" y="1356823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sp>
        <p:nvSpPr>
          <p:cNvPr id="13" name="矩形 12"/>
          <p:cNvSpPr/>
          <p:nvPr/>
        </p:nvSpPr>
        <p:spPr>
          <a:xfrm>
            <a:off x="7747088" y="1377474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PG-MPPI</a:t>
            </a: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246050"/>
              </p:ext>
            </p:extLst>
          </p:nvPr>
        </p:nvGraphicFramePr>
        <p:xfrm>
          <a:off x="7325271" y="2313161"/>
          <a:ext cx="617538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Equation" r:id="rId10" imgW="622080" imgH="253800" progId="Equation.DSMT4">
                  <p:embed/>
                </p:oleObj>
              </mc:Choice>
              <mc:Fallback>
                <p:oleObj name="Equation" r:id="rId10" imgW="622080" imgH="2538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5271" y="2313161"/>
                        <a:ext cx="617538" cy="258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966665"/>
              </p:ext>
            </p:extLst>
          </p:nvPr>
        </p:nvGraphicFramePr>
        <p:xfrm>
          <a:off x="9492356" y="2325860"/>
          <a:ext cx="150812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12" imgW="152280" imgH="228600" progId="Equation.DSMT4">
                  <p:embed/>
                </p:oleObj>
              </mc:Choice>
              <mc:Fallback>
                <p:oleObj name="Equation" r:id="rId12" imgW="152280" imgH="2286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2356" y="2325860"/>
                        <a:ext cx="150812" cy="233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183423"/>
              </p:ext>
            </p:extLst>
          </p:nvPr>
        </p:nvGraphicFramePr>
        <p:xfrm>
          <a:off x="8620612" y="2313161"/>
          <a:ext cx="150812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Equation" r:id="rId14" imgW="152280" imgH="228600" progId="Equation.DSMT4">
                  <p:embed/>
                </p:oleObj>
              </mc:Choice>
              <mc:Fallback>
                <p:oleObj name="Equation" r:id="rId14" imgW="152280" imgH="228600" progId="Equation.DSMT4">
                  <p:embed/>
                  <p:pic>
                    <p:nvPicPr>
                      <p:cNvPr id="31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612" y="2313161"/>
                        <a:ext cx="150812" cy="233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042538"/>
              </p:ext>
            </p:extLst>
          </p:nvPr>
        </p:nvGraphicFramePr>
        <p:xfrm>
          <a:off x="7993477" y="3091828"/>
          <a:ext cx="150812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Equation" r:id="rId16" imgW="152280" imgH="228600" progId="Equation.DSMT4">
                  <p:embed/>
                </p:oleObj>
              </mc:Choice>
              <mc:Fallback>
                <p:oleObj name="Equation" r:id="rId16" imgW="152280" imgH="22860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3477" y="3091828"/>
                        <a:ext cx="150812" cy="233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320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2776733" y="185297"/>
            <a:ext cx="1761490" cy="179387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4612665" y="196092"/>
            <a:ext cx="1758950" cy="178308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6446057" y="203712"/>
            <a:ext cx="1744980" cy="177546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5"/>
          <a:stretch>
            <a:fillRect/>
          </a:stretch>
        </p:blipFill>
        <p:spPr>
          <a:xfrm>
            <a:off x="2759271" y="2218543"/>
            <a:ext cx="1776095" cy="179959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6"/>
          <a:stretch>
            <a:fillRect/>
          </a:stretch>
        </p:blipFill>
        <p:spPr>
          <a:xfrm>
            <a:off x="4609711" y="2218543"/>
            <a:ext cx="1756410" cy="178117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7"/>
          <a:stretch>
            <a:fillRect/>
          </a:stretch>
        </p:blipFill>
        <p:spPr>
          <a:xfrm>
            <a:off x="6440466" y="2218543"/>
            <a:ext cx="1734185" cy="1763395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8"/>
          <a:stretch>
            <a:fillRect/>
          </a:stretch>
        </p:blipFill>
        <p:spPr>
          <a:xfrm>
            <a:off x="2776733" y="4214324"/>
            <a:ext cx="1741170" cy="177292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9"/>
          <a:stretch>
            <a:fillRect/>
          </a:stretch>
        </p:blipFill>
        <p:spPr>
          <a:xfrm>
            <a:off x="4631301" y="4223214"/>
            <a:ext cx="1734820" cy="176403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0"/>
          <a:stretch>
            <a:fillRect/>
          </a:stretch>
        </p:blipFill>
        <p:spPr>
          <a:xfrm>
            <a:off x="6446181" y="4221309"/>
            <a:ext cx="1728470" cy="175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6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458465" y="-728058"/>
            <a:ext cx="6776047" cy="8136283"/>
            <a:chOff x="2458465" y="-728058"/>
            <a:chExt cx="6776047" cy="8136283"/>
          </a:xfrm>
        </p:grpSpPr>
        <p:grpSp>
          <p:nvGrpSpPr>
            <p:cNvPr id="4" name="组合 3"/>
            <p:cNvGrpSpPr/>
            <p:nvPr/>
          </p:nvGrpSpPr>
          <p:grpSpPr>
            <a:xfrm>
              <a:off x="2487532" y="2258899"/>
              <a:ext cx="6746980" cy="2464699"/>
              <a:chOff x="2487532" y="2250432"/>
              <a:chExt cx="6746980" cy="2464699"/>
            </a:xfrm>
          </p:grpSpPr>
          <p:pic>
            <p:nvPicPr>
              <p:cNvPr id="9" name="图片 8"/>
              <p:cNvPicPr/>
              <p:nvPr/>
            </p:nvPicPr>
            <p:blipFill rotWithShape="1">
              <a:blip r:embed="rId2"/>
              <a:srcRect l="24141" r="19535" b="27730"/>
              <a:stretch/>
            </p:blipFill>
            <p:spPr>
              <a:xfrm>
                <a:off x="2487532" y="2253064"/>
                <a:ext cx="2233061" cy="2456631"/>
              </a:xfrm>
              <a:prstGeom prst="rect">
                <a:avLst/>
              </a:prstGeom>
            </p:spPr>
          </p:pic>
          <p:pic>
            <p:nvPicPr>
              <p:cNvPr id="10" name="图片 9"/>
              <p:cNvPicPr/>
              <p:nvPr/>
            </p:nvPicPr>
            <p:blipFill rotWithShape="1">
              <a:blip r:embed="rId3"/>
              <a:srcRect l="20649" r="16503" b="26743"/>
              <a:stretch/>
            </p:blipFill>
            <p:spPr>
              <a:xfrm>
                <a:off x="4633776" y="2250432"/>
                <a:ext cx="2464130" cy="2464699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/>
              <p:nvPr/>
            </p:nvPicPr>
            <p:blipFill rotWithShape="1">
              <a:blip r:embed="rId4"/>
              <a:srcRect l="24870" t="1221" r="19933" b="26537"/>
              <a:stretch/>
            </p:blipFill>
            <p:spPr>
              <a:xfrm>
                <a:off x="7057023" y="2255589"/>
                <a:ext cx="2177489" cy="2454105"/>
              </a:xfrm>
              <a:prstGeom prst="rect">
                <a:avLst/>
              </a:prstGeom>
            </p:spPr>
          </p:pic>
        </p:grpSp>
        <p:grpSp>
          <p:nvGrpSpPr>
            <p:cNvPr id="5" name="组合 4"/>
            <p:cNvGrpSpPr/>
            <p:nvPr/>
          </p:nvGrpSpPr>
          <p:grpSpPr>
            <a:xfrm>
              <a:off x="2458465" y="5032884"/>
              <a:ext cx="6776047" cy="2375341"/>
              <a:chOff x="2458465" y="4872016"/>
              <a:chExt cx="6776047" cy="2375341"/>
            </a:xfrm>
          </p:grpSpPr>
          <p:pic>
            <p:nvPicPr>
              <p:cNvPr id="12" name="图片 11"/>
              <p:cNvPicPr/>
              <p:nvPr/>
            </p:nvPicPr>
            <p:blipFill rotWithShape="1">
              <a:blip r:embed="rId5"/>
              <a:srcRect l="21788" t="1340" r="15806" b="27956"/>
              <a:stretch/>
            </p:blipFill>
            <p:spPr>
              <a:xfrm>
                <a:off x="2458465" y="4872016"/>
                <a:ext cx="2425567" cy="2367815"/>
              </a:xfrm>
              <a:prstGeom prst="rect">
                <a:avLst/>
              </a:prstGeom>
            </p:spPr>
          </p:pic>
          <p:pic>
            <p:nvPicPr>
              <p:cNvPr id="13" name="图片 12"/>
              <p:cNvPicPr/>
              <p:nvPr/>
            </p:nvPicPr>
            <p:blipFill rotWithShape="1">
              <a:blip r:embed="rId6"/>
              <a:srcRect l="23601" t="1057" r="14014" b="27304"/>
              <a:stretch/>
            </p:blipFill>
            <p:spPr>
              <a:xfrm>
                <a:off x="4614527" y="4872016"/>
                <a:ext cx="2373730" cy="2375341"/>
              </a:xfrm>
              <a:prstGeom prst="rect">
                <a:avLst/>
              </a:prstGeom>
            </p:spPr>
          </p:pic>
          <p:pic>
            <p:nvPicPr>
              <p:cNvPr id="14" name="图片 13"/>
              <p:cNvPicPr/>
              <p:nvPr/>
            </p:nvPicPr>
            <p:blipFill rotWithShape="1">
              <a:blip r:embed="rId7"/>
              <a:srcRect l="22944" t="1061" r="17434" b="27673"/>
              <a:stretch/>
            </p:blipFill>
            <p:spPr>
              <a:xfrm>
                <a:off x="6934073" y="4879541"/>
                <a:ext cx="2300439" cy="2367816"/>
              </a:xfrm>
              <a:prstGeom prst="rect">
                <a:avLst/>
              </a:prstGeom>
            </p:spPr>
          </p:pic>
        </p:grpSp>
        <p:grpSp>
          <p:nvGrpSpPr>
            <p:cNvPr id="3" name="组合 2"/>
            <p:cNvGrpSpPr/>
            <p:nvPr/>
          </p:nvGrpSpPr>
          <p:grpSpPr>
            <a:xfrm>
              <a:off x="2487532" y="-387750"/>
              <a:ext cx="6727704" cy="2354427"/>
              <a:chOff x="2487532" y="-387750"/>
              <a:chExt cx="6727704" cy="2354427"/>
            </a:xfrm>
          </p:grpSpPr>
          <p:pic>
            <p:nvPicPr>
              <p:cNvPr id="15" name="图片 14"/>
              <p:cNvPicPr/>
              <p:nvPr/>
            </p:nvPicPr>
            <p:blipFill rotWithShape="1">
              <a:blip r:embed="rId8"/>
              <a:srcRect l="13812" t="950" r="16143" b="25350"/>
              <a:stretch/>
            </p:blipFill>
            <p:spPr>
              <a:xfrm>
                <a:off x="2487532" y="-381887"/>
                <a:ext cx="2261938" cy="2348564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/>
              <p:nvPr/>
            </p:nvPicPr>
            <p:blipFill rotWithShape="1">
              <a:blip r:embed="rId9"/>
              <a:srcRect l="13134" t="488" r="16421" b="26008"/>
              <a:stretch/>
            </p:blipFill>
            <p:spPr>
              <a:xfrm>
                <a:off x="4749470" y="-384554"/>
                <a:ext cx="2184603" cy="2345368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/>
              <p:nvPr/>
            </p:nvPicPr>
            <p:blipFill rotWithShape="1">
              <a:blip r:embed="rId10"/>
              <a:srcRect l="14238" r="14452" b="26583"/>
              <a:stretch/>
            </p:blipFill>
            <p:spPr>
              <a:xfrm>
                <a:off x="6934048" y="-387750"/>
                <a:ext cx="2281188" cy="2348564"/>
              </a:xfrm>
              <a:prstGeom prst="rect">
                <a:avLst/>
              </a:prstGeom>
            </p:spPr>
          </p:pic>
        </p:grpSp>
        <p:sp>
          <p:nvSpPr>
            <p:cNvPr id="2" name="文本框 1"/>
            <p:cNvSpPr txBox="1"/>
            <p:nvPr/>
          </p:nvSpPr>
          <p:spPr>
            <a:xfrm>
              <a:off x="5630811" y="1905083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634037" y="469487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622345" y="-72805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862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22605" t="1381" r="17450" b="26233"/>
          <a:stretch/>
        </p:blipFill>
        <p:spPr>
          <a:xfrm>
            <a:off x="7620000" y="876300"/>
            <a:ext cx="3771900" cy="4660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21610" t="1381" r="19760" b="26036"/>
          <a:stretch/>
        </p:blipFill>
        <p:spPr>
          <a:xfrm>
            <a:off x="3898899" y="876300"/>
            <a:ext cx="3721101" cy="4673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l="22174" t="2209" r="19848" b="25301"/>
          <a:stretch/>
        </p:blipFill>
        <p:spPr>
          <a:xfrm>
            <a:off x="219240" y="876301"/>
            <a:ext cx="3679659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7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26457" r="18770" b="26877"/>
          <a:stretch/>
        </p:blipFill>
        <p:spPr>
          <a:xfrm>
            <a:off x="308008" y="678581"/>
            <a:ext cx="3686475" cy="50147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22111" r="22682" b="26992"/>
          <a:stretch/>
        </p:blipFill>
        <p:spPr>
          <a:xfrm>
            <a:off x="7700210" y="678581"/>
            <a:ext cx="3724977" cy="5019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l="23546" t="1" r="21511" b="26807"/>
          <a:stretch/>
        </p:blipFill>
        <p:spPr>
          <a:xfrm>
            <a:off x="3994483" y="678581"/>
            <a:ext cx="3705727" cy="50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6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63" y="1429842"/>
            <a:ext cx="3475256" cy="35411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376" y="1456828"/>
            <a:ext cx="3448679" cy="351412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605" y="1456828"/>
            <a:ext cx="3456106" cy="351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3098</TotalTime>
  <Words>19</Words>
  <Application>Microsoft Office PowerPoint</Application>
  <PresentationFormat>宽屏</PresentationFormat>
  <Paragraphs>9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梁亮</dc:creator>
  <cp:lastModifiedBy>梁亮</cp:lastModifiedBy>
  <cp:revision>22</cp:revision>
  <dcterms:created xsi:type="dcterms:W3CDTF">2026-02-05T02:38:33Z</dcterms:created>
  <dcterms:modified xsi:type="dcterms:W3CDTF">2026-02-12T07:51:02Z</dcterms:modified>
</cp:coreProperties>
</file>